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2A4A"/>
                </a:solidFill>
              </a:rPr>
              <a:t>OpenMythos on BlueVela: the cost of remote R&amp;D</a:t>
            </a:r>
          </a:p>
          <a:p>
            <a:r>
              <a:rPr sz="1400" i="1">
                <a:solidFill>
                  <a:srgbClr val="555555"/>
                </a:solidFill>
              </a:rPr>
              <a:t>Recurrent-Depth Transformer bringup — Apr 22–24,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111111"/>
                </a:solidFill>
              </a:rPr>
              <a:t>• OpenMythos: open reconstruction of a Recurrent-Depth Transformer (Prelude → looped Recurrent block → Coda) with ACT halting, depth-wise LoRA, fine-grained MoE, switchable GQA/MLA attention.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Current effort: develop the model and bring a 1B-param PoC to reliable training on BlueVela (remote GPU cluster, LSF scheduler, no internet on compute nodes).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55555"/>
                </a:solidFill>
              </a:rPr>
              <a:t>Inner loop — every code change: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l"/>
            <a:r>
              <a:rPr sz="1100" b="1">
                <a:solidFill>
                  <a:srgbClr val="0B2A4A"/>
                </a:solidFill>
              </a:rPr>
              <a:t>edit locally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75688" y="2788920"/>
            <a:ext cx="1572768" cy="502920"/>
          </a:xfrm>
          <a:prstGeom prst="round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l"/>
            <a:r>
              <a:rPr sz="1100" b="1">
                <a:solidFill>
                  <a:srgbClr val="FFFFFF"/>
                </a:solidFill>
              </a:rPr>
              <a:t>git commit/push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94176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l"/>
            <a:r>
              <a:rPr sz="1100" b="1">
                <a:solidFill>
                  <a:srgbClr val="0B2A4A"/>
                </a:solidFill>
              </a:rPr>
              <a:t>SSH git pull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12664" y="2788920"/>
            <a:ext cx="1572768" cy="502920"/>
          </a:xfrm>
          <a:prstGeom prst="round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l"/>
            <a:r>
              <a:rPr sz="1100" b="1">
                <a:solidFill>
                  <a:srgbClr val="FFFFFF"/>
                </a:solidFill>
              </a:rPr>
              <a:t>SSH bsub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31152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l"/>
            <a:r>
              <a:rPr sz="1100" b="1">
                <a:solidFill>
                  <a:srgbClr val="0B2A4A"/>
                </a:solidFill>
              </a:rPr>
              <a:t>SSH bpeek / tail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2788920"/>
            <a:ext cx="1572768" cy="502920"/>
          </a:xfrm>
          <a:prstGeom prst="round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l"/>
            <a:r>
              <a:rPr sz="1100" b="1">
                <a:solidFill>
                  <a:srgbClr val="FFFFFF"/>
                </a:solidFill>
              </a:rPr>
              <a:t>diagnose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68128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l"/>
            <a:r>
              <a:rPr sz="1100" b="1">
                <a:solidFill>
                  <a:srgbClr val="0B2A4A"/>
                </a:solidFill>
              </a:rPr>
              <a:t>repeat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1188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93C20"/>
                </a:solidFill>
              </a:rPr>
              <a:t>The comms overhead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~475 SSH connections in 3 days across 4 Claude Code sessions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  ~214 direct commands + ~260 monitor-loop polls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20 LSF jobs submitted; most failed iteratively: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  5 rounds of FSDP mixed-precision dtype fixes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  OOM at micro_batch=4, 2 → settled on 1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  NCCL timeout, ACT deadlock, ClearML 10-min hang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Heaviest session: 113 SSH in ~12 hrs — ~1 SSH every 4.5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61188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93C20"/>
                </a:solidFill>
              </a:rPr>
              <a:t>Why it hurts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Each hypothesis = a full submit → wait → read-log cycle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  5–10 SSH round-trips per bug to diagnose + verify the fix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Remote cluster has no interactive compute-node access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Monitor loops poll bjobs/bpeek every 10–15 s just to detect state change</a:t>
            </a:r>
          </a:p>
          <a:p>
            <a:pPr/>
            <a:r>
              <a:rPr sz="1200">
                <a:solidFill>
                  <a:srgbClr val="111111"/>
                </a:solidFill>
              </a:rPr>
              <a:t>• Engineer time is dominated by plumbing — not modeling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/>
          <a:lstStyle/>
          <a:p>
            <a:pPr algn="l"/>
            <a:r>
              <a:rPr sz="1400" b="1">
                <a:solidFill>
                  <a:srgbClr val="FFFFFF"/>
                </a:solidFill>
              </a:rPr>
              <a:t>Hundreds of SSH hops to move a single idea from laptop to a running GPU job.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2A4A"/>
                </a:solidFill>
              </a:rPr>
              <a:t>Granite.build Agentic — safe sandbox + scale mediation</a:t>
            </a:r>
          </a:p>
          <a:p>
            <a:r>
              <a:rPr sz="1400" i="1">
                <a:solidFill>
                  <a:srgbClr val="555555"/>
                </a:solidFill>
              </a:rPr>
              <a:t>Collapse the submit-SSH-tail loop into submit → poll → inspect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2A4A"/>
                </a:solidFill>
              </a:rPr>
              <a:t>a) Safe, persistent agent sandbox with a GPU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Persistent container (OpenShell) with Claude Code, Git, Docker/Podman, Python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Optional local GPU for prototyping before scaling out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Persists across sessions — decoupled from the laptop; no laptop ↔ cluster tunnel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Safe execution: preflight validation, space-scoped credentials and artifacts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Agent Guide tells Claude Code which MCP tools exist and when to use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258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2A4A"/>
                </a:solidFill>
              </a:rPr>
              <a:t>b) Granite.build as the scale mediation layer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Control-plane-only: build specs reference commit SHAs + content-addressed images — no data moves through the agent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Deterministic, reproducible runs with artifact lineage and provenance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Compute backends (Bash / Docker / RunPod; later K8s/LSF) fetch code, images, and artifacts themselves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10 MCP tools let the agent discover steps, environments, quotas, and submit jobs directly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Preflight validation blocks bad specs before a GPU is ever allocated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/>
          <a:lstStyle/>
          <a:p>
            <a:pPr algn="l"/>
            <a:r>
              <a:rPr sz="1400" b="1">
                <a:solidFill>
                  <a:srgbClr val="FFFFFF"/>
                </a:solidFill>
              </a:rPr>
              <a:t>Replace hundreds of SSH hops with a typed control plane — the agent submits, Granite.build runs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2A4A"/>
                </a:solidFill>
              </a:rPr>
              <a:t>Flight plans + logbooks — external memory for experiments</a:t>
            </a:r>
          </a:p>
          <a:p>
            <a:r>
              <a:rPr sz="1400" i="1">
                <a:solidFill>
                  <a:srgbClr val="555555"/>
                </a:solidFill>
              </a:rPr>
              <a:t>The intent, the methodology, and the daily record — all durable and searchable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2A4A"/>
                </a:solidFill>
              </a:rPr>
              <a:t>Flight plans: durable intent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Co-authored with the agent in the sandbox; captures the what and the why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Level 1 — Intent (human narrative)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Level 2 — Methodology (structured steps, dependencies)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Level 3 — Execution (build.yaml, derived at submit time)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Append-only revision history; one plan spawns many builds as you iterate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Every job carries plan_id → build → artifact — provenance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258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2A4A"/>
                </a:solidFill>
              </a:rPr>
              <a:t>Logbooks: durable history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Daily record of what was achieved, decided, or ruled out — not raw transcripts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Searchable, shareable, persistent external record of agent sessions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Future retrieval: answer months later why micro_batch=1 or why MLA over GQA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Example: the 475-SSH audit was reconstructed from session transcripts — logbooks make this first-class</a:t>
            </a:r>
          </a:p>
          <a:p>
            <a:pPr/>
            <a:r>
              <a:rPr sz="1300">
                <a:solidFill>
                  <a:srgbClr val="111111"/>
                </a:solidFill>
              </a:rPr>
              <a:t>• Pairs with flight plans: the plan says what we meant to do, the logbook says what actually happened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/>
          <a:lstStyle/>
          <a:p>
            <a:pPr algn="l"/>
            <a:r>
              <a:rPr sz="1400" b="1">
                <a:solidFill>
                  <a:srgbClr val="FFFFFF"/>
                </a:solidFill>
              </a:rPr>
              <a:t>Conversations end. Flight plans and logbooks remain — and can be searched, shared, and resumed.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